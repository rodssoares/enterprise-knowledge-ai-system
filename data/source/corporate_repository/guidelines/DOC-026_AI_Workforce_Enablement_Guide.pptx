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AI Workforce Enablement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Document ID: DOC-026 | Version 1.0 | Active 2026-01-01</a:t>
            </a:r>
          </a:p>
          <a:p>
            <a:pPr>
              <a:spcAft>
                <a:spcPts val="1200"/>
              </a:spcAft>
              <a:defRPr sz="1800"/>
            </a:pPr>
            <a:r>
              <a:t>Purpose: define the mandatory learning path for employees who use approved AI tools in enterprise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Mandatory baseline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AI Fundamentals and Responsible Use — required before enterprise AI use.</a:t>
            </a:r>
          </a:p>
          <a:p>
            <a:pPr>
              <a:spcAft>
                <a:spcPts val="1200"/>
              </a:spcAft>
              <a:defRPr sz="1800"/>
            </a:pPr>
            <a:r>
              <a:t>Information Classification and Safe Prompting — required before handling enterprise information in AI workflows.</a:t>
            </a:r>
          </a:p>
          <a:p>
            <a:pPr>
              <a:spcAft>
                <a:spcPts val="1200"/>
              </a:spcAft>
              <a:defRPr sz="1800"/>
            </a:pPr>
            <a:r>
              <a:t>Human Accountability and Verification — required before relying on AI-generated analysis in business work.</a:t>
            </a:r>
          </a:p>
          <a:p>
            <a:pPr>
              <a:spcAft>
                <a:spcPts val="1200"/>
              </a:spcAft>
              <a:defRPr sz="1800"/>
            </a:pPr>
            <a:r>
              <a:t>Annual refresher — required for continued enterprise AI access where the access-control process supports enforcement.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Role-specific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Users handling confidential data: complete the secure-data handling module.</a:t>
            </a:r>
          </a:p>
          <a:p>
            <a:pPr>
              <a:spcAft>
                <a:spcPts val="1200"/>
              </a:spcAft>
              <a:defRPr sz="1800"/>
            </a:pPr>
            <a:r>
              <a:t>Managers approving AI-assisted workflows: complete governance and accountability training.</a:t>
            </a:r>
          </a:p>
          <a:p>
            <a:pPr>
              <a:spcAft>
                <a:spcPts val="1200"/>
              </a:spcAft>
              <a:defRPr sz="1800"/>
            </a:pPr>
            <a:r>
              <a:t>Procurement and vendor-management roles: complete AI supplier due-diligence training.</a:t>
            </a:r>
          </a:p>
          <a:p>
            <a:pPr>
              <a:spcAft>
                <a:spcPts val="1200"/>
              </a:spcAft>
              <a:defRPr sz="1800"/>
            </a:pPr>
            <a:r>
              <a:t>Technical builders: complete secure integration, logging, evaluation, and model-risk modules assigned to their role.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What training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Training does not approve a tool or use case.</a:t>
            </a:r>
          </a:p>
          <a:p>
            <a:pPr>
              <a:spcAft>
                <a:spcPts val="1200"/>
              </a:spcAft>
              <a:defRPr sz="1800"/>
            </a:pPr>
            <a:r>
              <a:t>Training does not override Information Security requirements.</a:t>
            </a:r>
          </a:p>
          <a:p>
            <a:pPr>
              <a:spcAft>
                <a:spcPts val="1200"/>
              </a:spcAft>
              <a:defRPr sz="1800"/>
            </a:pPr>
            <a:r>
              <a:t>Training does not authorize confidential data in an unapproved AI environment.</a:t>
            </a:r>
          </a:p>
          <a:p>
            <a:pPr>
              <a:spcAft>
                <a:spcPts val="1200"/>
              </a:spcAft>
              <a:defRPr sz="1800"/>
            </a:pPr>
            <a:r>
              <a:t>Formal governance remains defined by the AI Governance Policy and related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